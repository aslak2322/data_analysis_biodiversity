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4EB273-AF02-8D4B-5904-83AE501EF833}" v="224" dt="2026-04-21T21:59:24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4635"/>
  </p:normalViewPr>
  <p:slideViewPr>
    <p:cSldViewPr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DDFD7-E7B3-4137-9638-23C4C5E64A0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F598B-F6DE-4916-8FA0-9E3F98058EC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93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65760" y="6338703"/>
            <a:ext cx="275844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03704" y="6338703"/>
            <a:ext cx="1392578" cy="365125"/>
          </a:xfrm>
        </p:spPr>
        <p:txBody>
          <a:bodyPr/>
          <a:lstStyle/>
          <a:p>
            <a:fld id="{BAE57423-0748-47C1-8E47-ED714A2C27C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6282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9176" y="0"/>
            <a:ext cx="659282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4407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0287D-B680-4441-B88A-8931EA5A031B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7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8950" y="284481"/>
            <a:ext cx="4458249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8950" y="4870174"/>
            <a:ext cx="3856735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19567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8950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FDB15F8-ECE6-4AB7-B9F7-1E8A7AD06BA3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0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2200" y="6343955"/>
            <a:ext cx="12608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1777FC-6488-4755-9099-7DE758D12A66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44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201704"/>
            <a:ext cx="11213593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71760"/>
            <a:ext cx="11213593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49364" y="6343955"/>
            <a:ext cx="2202644" cy="365125"/>
          </a:xfrm>
        </p:spPr>
        <p:txBody>
          <a:bodyPr/>
          <a:lstStyle/>
          <a:p>
            <a:fld id="{5A2ED4EC-6CDE-4317-A225-F90341FD42E7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02531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38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48640"/>
            <a:ext cx="9750554" cy="3639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BEE0D-4A6F-4F7F-8AD3-6F4F7DE889AD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69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381A537B-A501-43EE-8BBB-029C58CC669F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91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48640"/>
            <a:ext cx="9899809" cy="409956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00600"/>
            <a:ext cx="7083554" cy="1093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100DC-0A7D-4582-B62F-C1E8C458E479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04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1447800"/>
            <a:ext cx="8686800" cy="2491655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8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9B190-FE58-4CAC-A4C5-5300E7F445DB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17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40AF3A47-30BD-48ED-B24C-72550184F18C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18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67512"/>
            <a:ext cx="8467344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77440"/>
            <a:ext cx="8467558" cy="36576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01CDB-E382-4EF7-B22D-9B8EF43F5F55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03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0" y="987552"/>
            <a:ext cx="591616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08B50793-4B7F-4166-BD64-A8A61041EA56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42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FA5CE-9746-419E-BF5E-E870A2669E47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46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C2365-F937-4D21-8B64-8C03EF9F294E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3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EDFBA-7753-4E48-AD20-F8E5B4AA5DA2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47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50111"/>
            <a:ext cx="3496147" cy="494066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75703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04F54-6A58-42E8-9EE4-B3534BE78EE8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79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119F-3F76-4C2D-9DC6-B3EF1D458F7E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73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76D7966-C015-4B65-9ED4-8139C42C131A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5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9600"/>
            <a:ext cx="6339541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975104"/>
            <a:ext cx="6339414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/>
          <a:lstStyle/>
          <a:p>
            <a:fld id="{FB8C8CAA-A4DC-46F1-90CA-8825CED8C56A}" type="datetime1">
              <a:rPr lang="en-US" smtClean="0"/>
              <a:t>4/21/2026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4831" y="0"/>
            <a:ext cx="456716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5643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DFBF8F79-428D-4A4D-96E6-A91C0C901317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535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BF87047A-65FC-4E1F-9D8D-D5F7B64EB954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972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423332"/>
            <a:ext cx="4477512" cy="13289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9" y="1975104"/>
            <a:ext cx="4477512" cy="42825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4889" y="6343955"/>
            <a:ext cx="21050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3715475-DC04-433C-803A-D02A2D9515C6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38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056FB5C-D458-4AE9-BD80-9F9384885852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7152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7848" y="425503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9602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27848" y="2315569"/>
            <a:ext cx="3657600" cy="38546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918704" y="6343955"/>
            <a:ext cx="230005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/>
          <a:lstStyle/>
          <a:p>
            <a:fld id="{73CDC043-8B5F-47F9-ADDF-8E3FA56DB3F5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19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688DA14-784D-4E3B-B3E6-7D688C332C2D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1108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BB3559-7954-4599-BF03-89DBB4C242F6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115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57399" y="6343955"/>
            <a:ext cx="114634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C1B6018-B057-444F-8940-7C4141B99AF7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0374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65677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65092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8"/>
            <a:ext cx="4019522" cy="112727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5012267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884D3-8F6B-40B1-8565-B103A5B5943A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928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0BFA2-11BB-4434-84BA-3E39A635FA43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73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712508"/>
            <a:ext cx="3014218" cy="20197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1064" y="1"/>
            <a:ext cx="10734656" cy="326003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3680652"/>
            <a:ext cx="7460029" cy="255878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949-EAED-4DAA-A18C-726A0186E38A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7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7477"/>
            <a:ext cx="3021873" cy="17735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707476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3135210"/>
            <a:ext cx="27910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3135210"/>
            <a:ext cx="1559379" cy="365125"/>
          </a:xfrm>
        </p:spPr>
        <p:txBody>
          <a:bodyPr/>
          <a:lstStyle/>
          <a:p>
            <a:fld id="{B422FEFE-720E-4025-8555-6A39111555E0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313521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636524"/>
            <a:ext cx="12192000" cy="3221477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04753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712912"/>
            <a:ext cx="4485564" cy="4613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05552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32969" y="6343955"/>
            <a:ext cx="1449697" cy="365125"/>
          </a:xfrm>
        </p:spPr>
        <p:txBody>
          <a:bodyPr/>
          <a:lstStyle/>
          <a:p>
            <a:fld id="{461E7FA1-D3D3-45D3-A822-0737BAD8B3CA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682667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1EBBFE7-73C3-3FA5-7EE3-B7845CF7CAE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659438" y="1712913"/>
            <a:ext cx="6532562" cy="5145087"/>
          </a:xfr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838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99397A0-9AE0-44FE-9383-9D0B376C2D93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238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7784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37C0C1-9469-8309-7EC0-2377516265C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1712913"/>
            <a:ext cx="6532563" cy="51450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12911"/>
            <a:ext cx="4479145" cy="4617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103254" y="6343955"/>
            <a:ext cx="21441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98655" y="6343955"/>
            <a:ext cx="1449697" cy="365125"/>
          </a:xfrm>
        </p:spPr>
        <p:txBody>
          <a:bodyPr/>
          <a:lstStyle/>
          <a:p>
            <a:fld id="{7346FE6F-3FD2-4A0D-8B5D-54E0F2FA90D1}" type="datetime1">
              <a:rPr lang="en-US" smtClean="0"/>
              <a:t>4/21/2026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25200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297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07B2-F390-4DA6-9860-93DE63061783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111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709098"/>
            <a:ext cx="3696859" cy="13163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5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3150" y="709098"/>
            <a:ext cx="6644488" cy="5439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3161E-6047-447A-9C3E-7426A3571F77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59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B2B4E3-9EFE-41E7-9988-3DCF488BCDAE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53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953000"/>
            <a:ext cx="9762068" cy="1236133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87400"/>
            <a:ext cx="10543032" cy="4682067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335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53873B-5739-4A55-8B72-A5A0C75619A1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186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1B2C-D5E6-41A9-B10B-3821E09E7857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2112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269323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716282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6A559-01C6-4FF5-B6B1-3AEC070A886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4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671B-4960-4AAA-8CC1-341A4E8D26B8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5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5" y="42335"/>
            <a:ext cx="11517038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E3A72-7536-4317-B41C-E445FE02EEFF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032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16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160"/>
            <a:ext cx="2202644" cy="365125"/>
          </a:xfrm>
        </p:spPr>
        <p:txBody>
          <a:bodyPr/>
          <a:lstStyle/>
          <a:p>
            <a:fld id="{5D98CAAD-8C05-4BE4-A290-8720CFA8D2AB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16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5" y="755374"/>
            <a:ext cx="10872216" cy="6019229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1"/>
            </a:lvl1pPr>
            <a:lvl2pPr marL="228600" indent="0">
              <a:lnSpc>
                <a:spcPct val="90000"/>
              </a:lnSpc>
              <a:buNone/>
              <a:defRPr sz="66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5400" b="1"/>
            </a:lvl4pPr>
            <a:lvl5pPr marL="914400" indent="0">
              <a:lnSpc>
                <a:spcPct val="90000"/>
              </a:lnSpc>
              <a:buNone/>
              <a:defRPr sz="48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3725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" y="45720"/>
            <a:ext cx="10872216" cy="61722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b="1" dirty="0"/>
            </a:lvl1pPr>
            <a:lvl2pPr marL="228600" indent="0">
              <a:lnSpc>
                <a:spcPct val="90000"/>
              </a:lnSpc>
              <a:buNone/>
              <a:defRPr lang="en-US" sz="6600" b="1" dirty="0"/>
            </a:lvl2pPr>
            <a:lvl3pPr marL="457200" indent="0">
              <a:lnSpc>
                <a:spcPct val="90000"/>
              </a:lnSpc>
              <a:buNone/>
              <a:defRPr lang="en-US" sz="6000" b="1" dirty="0"/>
            </a:lvl3pPr>
            <a:lvl4pPr marL="685800" indent="0">
              <a:lnSpc>
                <a:spcPct val="90000"/>
              </a:lnSpc>
              <a:buNone/>
              <a:defRPr lang="en-US" sz="5400" b="1" dirty="0"/>
            </a:lvl4pPr>
            <a:lvl5pPr marL="914400" indent="0">
              <a:lnSpc>
                <a:spcPct val="90000"/>
              </a:lnSpc>
              <a:buNone/>
              <a:defRPr lang="en-US" sz="4800" b="1" dirty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BFA9D-A35D-44DE-846B-004B51E5F7CB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73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2496A-3529-48F9-BC88-F562BBB7D20C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796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955722"/>
            <a:ext cx="8863084" cy="669472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D5A517B9-8575-2710-B645-B4087611DC0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677007" y="1344168"/>
            <a:ext cx="8860536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E6CE971-D015-B560-F85A-E81C2D01E3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CB5CECC-D3ED-809F-AAE7-0FEF839E5E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75B8498-8C56-40DC-A723-E47CC71A46CD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 algn="r" rtl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71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4893733"/>
            <a:ext cx="5638800" cy="788610"/>
          </a:xfrm>
        </p:spPr>
        <p:txBody>
          <a:bodyPr anchor="ctr">
            <a:normAutofit/>
          </a:bodyPr>
          <a:lstStyle>
            <a:lvl1pPr algn="r" rtl="0">
              <a:lnSpc>
                <a:spcPct val="120000"/>
              </a:lnSpc>
              <a:defRPr sz="2000" b="1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1712D21-58D6-EFB8-0267-D33F06AFD37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860635" y="1385644"/>
            <a:ext cx="8485632" cy="3374136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DE6F3-B646-D2A0-21DC-EB265FD53B7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B8E8F60-5105-1D33-1AB6-455A837108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A8DCEB5-6924-4269-BD9F-906E3F104808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 rtl="0">
              <a:defRPr/>
            </a:lvl1pPr>
          </a:lstStyle>
          <a:p>
            <a:pPr algn="r" rtl="0"/>
            <a:fld id="{0B3A8078-5A32-4B09-ABA5-7ABEFD22E08A}" type="slidenum">
              <a:rPr lang="en-US" smtClean="0"/>
              <a:pPr algn="r" rtl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72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411D3-6060-42C4-99E2-6A425CC677FA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734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2965-B380-4028-832A-D9B4D46E420F}" type="datetime1">
              <a:rPr lang="en-US" smtClean="0"/>
              <a:t>4/21/2026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479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317A2-074B-49A5-9D8A-B13235BF93F1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04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2F9A0-CECA-448E-B28E-96D3A80263F3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257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62532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590800"/>
            <a:ext cx="3595634" cy="3713584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713232"/>
            <a:ext cx="6440258" cy="55911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152B-3DBF-4039-AA15-012E712FF24B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78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13232"/>
            <a:ext cx="3595634" cy="17620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346063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340483" y="713232"/>
            <a:ext cx="6139637" cy="545896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9203B-A396-4F06-9968-FCBA45CB12F0}" type="datetime1">
              <a:rPr lang="en-US" smtClean="0"/>
              <a:t>4/21/2026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68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14400"/>
            <a:ext cx="10890504" cy="2066544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C730-31DA-42CA-871C-70FDD7288EAE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48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732FC-F2E0-4B0D-91B3-423F9475E6C1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5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A0A50223-4EA7-49FF-B6AE-4C66B189A25B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0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</p:sldLayoutIdLs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8B740-F0B4-0659-B65C-19689F895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/>
          <a:lstStyle/>
          <a:p>
            <a:r>
              <a:rPr lang="en-US"/>
              <a:t>Endangered Species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81CDD-41B4-D4BA-6CA0-D5F03F339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/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16" name="Picture Placeholder 15" descr="Photograph showing an abstract arrangement of blurred colorful lights with dominant hues of orange, red, and blue. The soft focus creates a bokeh effect, emphasizing circular light shapes without distinct objects or details.">
            <a:extLst>
              <a:ext uri="{FF2B5EF4-FFF2-40B4-BE49-F238E27FC236}">
                <a16:creationId xmlns:a16="http://schemas.microsoft.com/office/drawing/2014/main" id="{C9402095-A631-5D7F-396E-D68CF7B228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5" r="12185"/>
          <a:stretch/>
        </p:blipFill>
        <p:spPr>
          <a:xfrm>
            <a:off x="5599176" y="0"/>
            <a:ext cx="659282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8923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54A502-4A1C-1841-C45F-0F665022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Conservation Status of Species by Type of Animal</a:t>
            </a:r>
          </a:p>
        </p:txBody>
      </p:sp>
      <p:pic>
        <p:nvPicPr>
          <p:cNvPr id="4" name="Pladsholder til indhold 3" descr="Et billede, der indeholder tekst, skærmbillede, diagram, Farverigt&#10;&#10;AI-genereret indhold kan være ukorrekt.">
            <a:extLst>
              <a:ext uri="{FF2B5EF4-FFF2-40B4-BE49-F238E27FC236}">
                <a16:creationId xmlns:a16="http://schemas.microsoft.com/office/drawing/2014/main" id="{C3C721A8-6909-C2E0-37C2-E3A009597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4100" y="1728363"/>
            <a:ext cx="60007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FEC606-2655-BE52-1952-5419BBD86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Recommendations: Species of concern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A80C743-0D8C-F9D2-22C4-7EB10D5FD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Many species of concern</a:t>
            </a:r>
          </a:p>
          <a:p>
            <a:r>
              <a:rPr lang="da-DK"/>
              <a:t>Prevent from becoming endangered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3037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C5A3BF-55C6-8009-52DD-12081ABB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Recommendations: Endangered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5F55CB-69AF-59F3-7958-2BDFFEAEE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Keep in safeplaces</a:t>
            </a:r>
          </a:p>
          <a:p>
            <a:r>
              <a:rPr lang="da-DK"/>
              <a:t>Help to Breed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9965131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v4" id="{36600640-D8E1-4357-AFEE-600C1C5161DD}" vid="{8FF2FB97-BFAE-4CE3-9E91-3EFC0FA5E1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Helena">
    <a:dk1>
      <a:sysClr val="windowText" lastClr="000000"/>
    </a:dk1>
    <a:lt1>
      <a:sysClr val="window" lastClr="FFFFFF"/>
    </a:lt1>
    <a:dk2>
      <a:srgbClr val="2C3932"/>
    </a:dk2>
    <a:lt2>
      <a:srgbClr val="FDF6EA"/>
    </a:lt2>
    <a:accent1>
      <a:srgbClr val="169C9A"/>
    </a:accent1>
    <a:accent2>
      <a:srgbClr val="FA9A42"/>
    </a:accent2>
    <a:accent3>
      <a:srgbClr val="E15C3D"/>
    </a:accent3>
    <a:accent4>
      <a:srgbClr val="E78A67"/>
    </a:accent4>
    <a:accent5>
      <a:srgbClr val="A74B40"/>
    </a:accent5>
    <a:accent6>
      <a:srgbClr val="3D9072"/>
    </a:accent6>
    <a:hlink>
      <a:srgbClr val="169C9A"/>
    </a:hlink>
    <a:folHlink>
      <a:srgbClr val="E15C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71af3243-3dd4-4a8d-8c0d-dd76da1f02a5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0CEB72-9B64-43A4-9652-F0FED519FBF8}">
  <ds:schemaRefs>
    <ds:schemaRef ds:uri="http://schemas.microsoft.com/office/2006/metadata/properties"/>
    <ds:schemaRef ds:uri="http://www.w3.org/XML/1998/namespace"/>
    <ds:schemaRef ds:uri="http://schemas.microsoft.com/sharepoint/v3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71af3243-3dd4-4a8d-8c0d-dd76da1f02a5"/>
    <ds:schemaRef ds:uri="http://schemas.microsoft.com/office/infopath/2007/PartnerControls"/>
    <ds:schemaRef ds:uri="230e9df3-be65-4c73-a93b-d1236ebd677e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3B79205-1ECA-438E-AAC0-B28ABB0DD1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D067B9-82DB-4736-955B-5990E509A2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5" baseType="lpstr">
      <vt:lpstr>Helena</vt:lpstr>
      <vt:lpstr>Endangered Species</vt:lpstr>
      <vt:lpstr>Conservation Status of Species by Type of Animal</vt:lpstr>
      <vt:lpstr>Recommendations: Species of concern</vt:lpstr>
      <vt:lpstr>Recommendations: Endangered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32</cp:revision>
  <dcterms:created xsi:type="dcterms:W3CDTF">2026-04-21T21:55:40Z</dcterms:created>
  <dcterms:modified xsi:type="dcterms:W3CDTF">2026-04-21T22:02:43Z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